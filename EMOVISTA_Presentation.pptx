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EMOVISTA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Multimodal Emotion-Aware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Understanding human emotions in real-time is critical for therapeutic, safety, and interactive AI applications.</a:t>
            </a:r>
          </a:p>
          <a:p>
            <a:pPr>
              <a:defRPr sz="2000"/>
            </a:pPr>
            <a:r>
              <a:t>Existing solutions often rely on a single modality (vision or audio) and require cloud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Multimodal Fusion: Combines facial expression (FER), speech emotion (SER), and text sentiment.</a:t>
            </a:r>
          </a:p>
          <a:p>
            <a:pPr>
              <a:defRPr sz="2000"/>
            </a:pPr>
            <a:r>
              <a:t>Offline-First: All models run locally, no external API calls.</a:t>
            </a:r>
          </a:p>
          <a:p>
            <a:pPr>
              <a:defRPr sz="2000"/>
            </a:pPr>
            <a:r>
              <a:t>Medical-Ready: Encrypted patient memory, severity scoring, emergency escalation.</a:t>
            </a:r>
          </a:p>
          <a:p>
            <a:pPr>
              <a:defRPr sz="2000"/>
            </a:pPr>
            <a:r>
              <a:t>Rich UI: Desktop (CustomTkinter) and web (Flask) interfaces with dark-mode aesthetics.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+-------------------+      +-------------------+</a:t>
            </a:r>
            <a:br/>
            <a:r>
              <a:t>|   Front-End UI    | ---&gt; |   Flask Backend   |</a:t>
            </a:r>
            <a:br/>
            <a:r>
              <a:t>+-------------------+      +-------------------+</a:t>
            </a:r>
            <a:br/>
            <a:r>
              <a:t>             |                       |</a:t>
            </a:r>
            <a:br/>
            <a:r>
              <a:t>             v                       v</a:t>
            </a:r>
            <a:br/>
            <a:r>
              <a:t>          +-------------------------------+</a:t>
            </a:r>
            <a:br/>
            <a:r>
              <a:t>          |   Fusion Engine (emotion_fusion) |</a:t>
            </a:r>
            <a:br/>
            <a:r>
              <a:t>          +-------------------------------+</a:t>
            </a:r>
            <a:br/>
            <a:r>
              <a:t>            /        |          \        \</a:t>
            </a:r>
            <a:br/>
            <a:r>
              <a:t>           v         v           v        v</a:t>
            </a:r>
            <a:br/>
            <a:r>
              <a:t>     FER Model   Speech Model   Text Model   Vosk STT</a:t>
            </a:r>
            <a:br/>
            <a:r>
              <a:t>     </a:t>
            </a:r>
            <a:br/>
            <a:r>
              <a:t>- All models are stored under models/</a:t>
            </a:r>
            <a:br/>
            <a:r>
              <a:t>- Vosk provides offline speech-to-text</a:t>
            </a:r>
            <a:br/>
            <a:r>
              <a:t>- tts.py gives spoken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Vosk Model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Switched to vosk-model-en-us-0.22 for higher accuracy.</a:t>
            </a:r>
          </a:p>
          <a:p>
            <a:pPr>
              <a:defRPr sz="2000"/>
            </a:pPr>
            <a:r>
              <a:t>Updated app.py and README accordingly.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Emotion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/consult endpoint now:</a:t>
            </a:r>
          </a:p>
          <a:p>
            <a:pPr>
              <a:defRPr sz="2000"/>
            </a:pPr>
            <a:r>
              <a:t>1. Predicts text sentiment using text_model.</a:t>
            </a:r>
          </a:p>
          <a:p>
            <a:pPr>
              <a:defRPr sz="2000"/>
            </a:pPr>
            <a:r>
              <a:t>2. Converts frontend FER label to a one-hot probability vector.</a:t>
            </a:r>
          </a:p>
          <a:p>
            <a:pPr>
              <a:defRPr sz="2000"/>
            </a:pPr>
            <a:r>
              <a:t>3. Calls fuse() to obtain a fused emotion.</a:t>
            </a:r>
          </a:p>
          <a:p>
            <a:pPr>
              <a:defRPr sz="2000"/>
            </a:pPr>
            <a:r>
              <a:t>4. Generates assistant response based on the fused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Greeting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 server start, the system announces: 'Emovista system online and ready.'</a:t>
            </a:r>
          </a:p>
          <a:p>
            <a:pPr>
              <a:defRPr sz="2000"/>
            </a:pPr>
            <a:r>
              <a:t>Uses tts.speak() with a guard (WERKZEUG_RUN_MAIN) to avoid double-speaking during Flask reload.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(Web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User opens http://localhost:5000</a:t>
            </a:r>
          </a:p>
          <a:p>
            <a:pPr>
              <a:defRPr sz="2000"/>
            </a:pPr>
            <a:r>
              <a:t>2. Webcam captures face -&gt; FER prediction.</a:t>
            </a:r>
          </a:p>
          <a:p>
            <a:pPr>
              <a:defRPr sz="2000"/>
            </a:pPr>
            <a:r>
              <a:t>3. User types or speaks text -&gt; text sentiment.</a:t>
            </a:r>
          </a:p>
          <a:p>
            <a:pPr>
              <a:defRPr sz="2000"/>
            </a:pPr>
            <a:r>
              <a:t>4. Fusion engine produces final emotion.</a:t>
            </a:r>
          </a:p>
          <a:p>
            <a:pPr>
              <a:defRPr sz="2000"/>
            </a:pPr>
            <a:r>
              <a:t>5. Assistant replies with voice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Patient data encrypted with AES (patient_memory.py).</a:t>
            </a:r>
          </a:p>
          <a:p>
            <a:pPr>
              <a:defRPr sz="2000"/>
            </a:pPr>
            <a:r>
              <a:t>No cloud calls – all processing stays on-device.</a:t>
            </a:r>
          </a:p>
          <a:p>
            <a:pPr>
              <a:defRPr sz="2000"/>
            </a:pPr>
            <a:r>
              <a:t>Severity engine flags high-risk emotional states.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Use in the Medical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Patient Monitoring: Real-time emotional cues during tele-health sessions.</a:t>
            </a:r>
          </a:p>
          <a:p>
            <a:pPr>
              <a:defRPr sz="2000"/>
            </a:pPr>
            <a:r>
              <a:t>Therapeutic Feedback: Detect distress/anxiety and trigger calming interventions.</a:t>
            </a:r>
          </a:p>
          <a:p>
            <a:pPr>
              <a:defRPr sz="2000"/>
            </a:pPr>
            <a:r>
              <a:t>Emergency Escalation: Alerts caregivers when negative emotions persist.</a:t>
            </a:r>
          </a:p>
          <a:p>
            <a:pPr>
              <a:defRPr sz="2000"/>
            </a:pPr>
            <a:r>
              <a:t>Privacy-First: Local processing and encryption meet HIPAA-like requirements.</a:t>
            </a:r>
          </a:p>
          <a:p>
            <a:pPr>
              <a:defRPr sz="2000"/>
            </a:pPr>
            <a:r>
              <a:t>Integration: Backend can be called from EHR systems via REST APIs.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Train a learned fusion model for higher accuracy.</a:t>
            </a:r>
          </a:p>
          <a:p>
            <a:pPr>
              <a:defRPr sz="2000"/>
            </a:pPr>
            <a:r>
              <a:t>Add multilingual Vosk models.</a:t>
            </a:r>
          </a:p>
          <a:p>
            <a:pPr>
              <a:defRPr sz="2000"/>
            </a:pPr>
            <a:r>
              <a:t>Integrate more expressive TTS voices.</a:t>
            </a:r>
          </a:p>
          <a:p>
            <a:pPr>
              <a:defRPr sz="2000"/>
            </a:pPr>
            <a:r>
              <a:t>Deploy as a Docker container for easy distribution.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>
                <a:latin typeface="Courier New"/>
              </a:defRPr>
            </a:pPr>
            <a:r>
              <a:t># Clone repo</a:t>
            </a:r>
            <a:br/>
            <a:r>
              <a:t>git clone https://github.com/nohanbaloch/EMOVISTA.git</a:t>
            </a:r>
            <a:br/>
            <a:r>
              <a:t>cd EMOVISTA</a:t>
            </a:r>
            <a:br/>
            <a:br/>
            <a:r>
              <a:t># Install dependencies</a:t>
            </a:r>
            <a:br/>
            <a:r>
              <a:t>pip install -r requirements.txt</a:t>
            </a:r>
            <a:br/>
            <a:br/>
            <a:r>
              <a:t># Download Vosk model</a:t>
            </a:r>
            <a:br/>
            <a:r>
              <a:t>wget https://alphacephei.com/vosk/models/vosk-model-en-us-0.22.zip</a:t>
            </a:r>
            <a:br/>
            <a:r>
              <a:t>unzip vosk-model-en-us-0.22.zip -d models/vosk/</a:t>
            </a:r>
            <a:br/>
            <a:br/>
            <a:r>
              <a:t># Run the web backend</a:t>
            </a:r>
            <a:br/>
            <a:r>
              <a:t>python src/web/backend/app.py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Contact: nohan@example.com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